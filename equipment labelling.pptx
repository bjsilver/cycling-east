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  <p:sldId id="261" r:id="rId9"/>
    <p:sldId id="265" r:id="rId10"/>
    <p:sldId id="262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-29" y="25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A328-F4B8-39D1-3CA5-234EF5D77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7E207-5BBF-4045-7462-1F748DB97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59A1E-F27B-F8FE-311D-6AC8A1C7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F4E3-EA66-44B2-899E-98E1E40D2B0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8E236-0A6A-2F21-13B1-418ABD59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A3059-CEBF-C24F-5929-C40CA90A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D145-44BC-4CB5-A9AE-2DA240AE7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49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CBD0-2EAD-8453-EAEE-3D90FB95E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2D4FE-6177-9466-6C92-E861C0E69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8AB12-5CED-63FC-CD77-D7BE55BDA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F4E3-EA66-44B2-899E-98E1E40D2B0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E6786-9176-2CBE-6BF3-882FB86E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2790B-759A-87D4-7BB6-73851F26D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D145-44BC-4CB5-A9AE-2DA240AE7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906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5665-0219-1E40-DEB8-CFC1B3A23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76CD0-0239-F82E-C46D-1D6D66689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EBF63-3F5D-30EC-5DEC-89CA0A373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F4E3-EA66-44B2-899E-98E1E40D2B0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8A684-CD7E-DCD9-A46D-1A88B3078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3FC97-93A0-EBBA-95F4-22E13BBD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D145-44BC-4CB5-A9AE-2DA240AE7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14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7EC8F-F4D4-2232-1A32-13132DB12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1FC78-F82E-A355-77E0-136D9F513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D9B88-834A-B099-6530-E87C1D682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5176B-1B5A-D3B3-796E-25BDFAD74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F4E3-EA66-44B2-899E-98E1E40D2B0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A22E4-62C8-099E-E633-97B8EBC78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90B84-5826-301D-52F6-3259B661D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D145-44BC-4CB5-A9AE-2DA240AE7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659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44AA6-5F94-2FBC-4E9B-8388DF536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9334C-AB73-A13B-C3DD-547DF44CF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85A50-77E6-0BB2-DFB4-9000CF54B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C0B321-8183-4308-5D4A-7329F9C58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01C47E-19CF-CAEB-EF46-CB94CFD2F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6A27F0-8335-F148-6653-88BFFA3FD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F4E3-EA66-44B2-899E-98E1E40D2B0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59690-D1DB-D5F9-665E-DEE8F60F0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DC122-2AA1-BF1A-2CB6-3ED2E2C9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D145-44BC-4CB5-A9AE-2DA240AE7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75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7C3C9-94F7-4B9D-A0CA-D0F1BE8C6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507BD9-DF5D-2216-5934-3293D9C2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F4E3-EA66-44B2-899E-98E1E40D2B0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91E49-B6A8-14E4-BEBC-B0F8C420C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41796-C389-DA0B-92B8-89D8634F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D145-44BC-4CB5-A9AE-2DA240AE7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348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32C4D8-3173-0B9F-4569-29B876B4A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F4E3-EA66-44B2-899E-98E1E40D2B0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CC9808-81D5-8EB9-828C-1CBFE123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C13CA-89DD-7185-88D0-61C161F5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D145-44BC-4CB5-A9AE-2DA240AE7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80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B25A2-C12F-1CB6-E09C-17101574E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10E5A-6B8F-6CBC-98B5-4F817CD09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A1E34-DB61-820C-AD81-EBDA69050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05DC5-65BC-1789-1D10-9B03D8F19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F4E3-EA66-44B2-899E-98E1E40D2B0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17B64-9700-F301-EEA7-5B9B22286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16774-2898-B5DE-B340-994275E5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D145-44BC-4CB5-A9AE-2DA240AE7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16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8B14C-D3EA-FA6C-42F3-DF188B273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D6D03-5750-E1C4-3B0C-52C5831328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29BE5-845A-5912-D6ED-6237A3124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1C8EE-3DB8-5103-3E21-C99FBE3AA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F4E3-EA66-44B2-899E-98E1E40D2B0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793CC-ED25-4449-372F-4D3201178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885D0-167F-4051-E58B-62B773B99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D145-44BC-4CB5-A9AE-2DA240AE7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1272-1831-B378-6289-94A5BCE8E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B9D06-EC21-0825-02BA-E6BEDD13F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A9992-8687-74C8-28C4-6966E77B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F4E3-EA66-44B2-899E-98E1E40D2B0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FF48E-79AC-72DF-906C-EE7EFD22A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7ECCC-80F3-3DDF-BE11-CFCF3BECE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D145-44BC-4CB5-A9AE-2DA240AE7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26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055ED-0518-4422-8DE6-D21B76166A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BABE31-73C3-3471-13AE-0A547CE00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45CC8-4088-C15C-AAD3-E8AD9134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F4E3-EA66-44B2-899E-98E1E40D2B0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A5876-ED94-54AB-DCD6-CE0A4741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C6960-5486-83BA-10B3-EA685BD52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D145-44BC-4CB5-A9AE-2DA240AE7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465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EDC76D-8CFE-0D08-4EAE-D6A13FBD8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CDDBB-750F-9CC6-E30E-3E01F27A1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BA3F2-BDB4-B7D1-F3DB-E2FBD8289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5F4E3-EA66-44B2-899E-98E1E40D2B0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24FB8-53C6-4D65-F7B2-B0B79D77A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6A47C-1839-9D50-C47F-DBF9F7CD5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1ED145-44BC-4CB5-A9AE-2DA240AE7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2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1FA8C82-B1B0-A5AC-7D05-C33945ED4A4A}"/>
              </a:ext>
            </a:extLst>
          </p:cNvPr>
          <p:cNvGrpSpPr/>
          <p:nvPr/>
        </p:nvGrpSpPr>
        <p:grpSpPr>
          <a:xfrm>
            <a:off x="3513762" y="0"/>
            <a:ext cx="5164073" cy="6858000"/>
            <a:chOff x="3513762" y="0"/>
            <a:chExt cx="5164073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E956180-6673-0955-908A-D07748EB3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4164" y="0"/>
              <a:ext cx="5163671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E660A12-6B2B-0B4B-39D7-3448BA0179C4}"/>
                </a:ext>
              </a:extLst>
            </p:cNvPr>
            <p:cNvSpPr txBox="1"/>
            <p:nvPr/>
          </p:nvSpPr>
          <p:spPr>
            <a:xfrm>
              <a:off x="6956973" y="379860"/>
              <a:ext cx="108490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wild toilet kit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506C27-2551-BD8A-ABFC-4E93FCE44785}"/>
                </a:ext>
              </a:extLst>
            </p:cNvPr>
            <p:cNvSpPr txBox="1"/>
            <p:nvPr/>
          </p:nvSpPr>
          <p:spPr>
            <a:xfrm>
              <a:off x="3601392" y="1088922"/>
              <a:ext cx="962988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microfibre cloth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5D5CD4-AA22-A831-02D0-B0CA86DBB233}"/>
                </a:ext>
              </a:extLst>
            </p:cNvPr>
            <p:cNvSpPr txBox="1"/>
            <p:nvPr/>
          </p:nvSpPr>
          <p:spPr>
            <a:xfrm>
              <a:off x="3769974" y="1716423"/>
              <a:ext cx="711528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cycling GPS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14AC5FB-F1F1-C681-FDBE-77B5B25C2B32}"/>
                </a:ext>
              </a:extLst>
            </p:cNvPr>
            <p:cNvSpPr txBox="1"/>
            <p:nvPr/>
          </p:nvSpPr>
          <p:spPr>
            <a:xfrm>
              <a:off x="3513762" y="2282044"/>
              <a:ext cx="96298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 err="1">
                  <a:solidFill>
                    <a:schemeClr val="bg1">
                      <a:lumMod val="95000"/>
                    </a:schemeClr>
                  </a:solidFill>
                </a:rPr>
                <a:t>powerbank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9773B1-FBEF-DDA9-8B66-6BEDD82B3105}"/>
                </a:ext>
              </a:extLst>
            </p:cNvPr>
            <p:cNvSpPr txBox="1"/>
            <p:nvPr/>
          </p:nvSpPr>
          <p:spPr>
            <a:xfrm>
              <a:off x="3669972" y="2633795"/>
              <a:ext cx="96298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66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tyre levers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B7BE67C-0604-7B44-EC2C-79A4FB4424F1}"/>
                </a:ext>
              </a:extLst>
            </p:cNvPr>
            <p:cNvSpPr txBox="1"/>
            <p:nvPr/>
          </p:nvSpPr>
          <p:spPr>
            <a:xfrm>
              <a:off x="4656980" y="2791783"/>
              <a:ext cx="108490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multi-tool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23DD271-CAA5-8556-EC53-3C46EB1A708B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4632960" y="2455087"/>
              <a:ext cx="1044916" cy="317208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18190E3-AC1F-7DA3-9995-0CA85909F6DB}"/>
                </a:ext>
              </a:extLst>
            </p:cNvPr>
            <p:cNvSpPr txBox="1"/>
            <p:nvPr/>
          </p:nvSpPr>
          <p:spPr>
            <a:xfrm>
              <a:off x="3592068" y="3013501"/>
              <a:ext cx="108490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 err="1">
                  <a:solidFill>
                    <a:schemeClr val="bg1">
                      <a:lumMod val="95000"/>
                    </a:schemeClr>
                  </a:solidFill>
                </a:rPr>
                <a:t>leatherman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376F551-5A7F-8FBE-88F1-327894C6F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6976" y="3089502"/>
              <a:ext cx="1084908" cy="98292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15C276C-B942-2730-114A-C43A403717B3}"/>
                </a:ext>
              </a:extLst>
            </p:cNvPr>
            <p:cNvSpPr txBox="1"/>
            <p:nvPr/>
          </p:nvSpPr>
          <p:spPr>
            <a:xfrm>
              <a:off x="5011091" y="1485590"/>
              <a:ext cx="1084908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puncture repair kit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BBC78A7-1A21-04AC-B4B7-6592793EA239}"/>
                </a:ext>
              </a:extLst>
            </p:cNvPr>
            <p:cNvSpPr txBox="1"/>
            <p:nvPr/>
          </p:nvSpPr>
          <p:spPr>
            <a:xfrm>
              <a:off x="5373695" y="56694"/>
              <a:ext cx="108490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water filter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FA1D5C9-C4F9-2E82-F239-99CB3B20F1CC}"/>
                </a:ext>
              </a:extLst>
            </p:cNvPr>
            <p:cNvSpPr txBox="1"/>
            <p:nvPr/>
          </p:nvSpPr>
          <p:spPr>
            <a:xfrm>
              <a:off x="6321019" y="362141"/>
              <a:ext cx="479084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66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pen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58EB371-E605-DA3F-2829-296B6D3B0A1C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5916149" y="333693"/>
              <a:ext cx="105274" cy="889185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A8D52C0-82D2-A2D3-D927-667AEFBC55D2}"/>
                </a:ext>
              </a:extLst>
            </p:cNvPr>
            <p:cNvSpPr txBox="1"/>
            <p:nvPr/>
          </p:nvSpPr>
          <p:spPr>
            <a:xfrm>
              <a:off x="8041882" y="1958878"/>
              <a:ext cx="635953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chain lube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BF7FB8B-7898-F6B2-B219-22DA833D9121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>
              <a:off x="7592926" y="2006059"/>
              <a:ext cx="448956" cy="183652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5D8CE1B-BF3B-21F8-B712-6E7761762BB5}"/>
                </a:ext>
              </a:extLst>
            </p:cNvPr>
            <p:cNvSpPr txBox="1"/>
            <p:nvPr/>
          </p:nvSpPr>
          <p:spPr>
            <a:xfrm>
              <a:off x="6224733" y="1439423"/>
              <a:ext cx="635953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pump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5ADF48C-8B9C-A7C8-3F37-FB2BD761AC32}"/>
                </a:ext>
              </a:extLst>
            </p:cNvPr>
            <p:cNvSpPr txBox="1"/>
            <p:nvPr/>
          </p:nvSpPr>
          <p:spPr>
            <a:xfrm>
              <a:off x="5012793" y="3401251"/>
              <a:ext cx="917086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pole splint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DDF156B-5CC8-FD4F-FB2F-671FA3D5E776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 flipV="1">
              <a:off x="5929879" y="3138648"/>
              <a:ext cx="391140" cy="401103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6BABF12-EA9E-C92F-D524-4444EB004526}"/>
                </a:ext>
              </a:extLst>
            </p:cNvPr>
            <p:cNvSpPr txBox="1"/>
            <p:nvPr/>
          </p:nvSpPr>
          <p:spPr>
            <a:xfrm>
              <a:off x="7182782" y="3538911"/>
              <a:ext cx="543996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tube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F4774F7-B862-4DD9-2FC1-47A07A0ED35C}"/>
                </a:ext>
              </a:extLst>
            </p:cNvPr>
            <p:cNvSpPr txBox="1"/>
            <p:nvPr/>
          </p:nvSpPr>
          <p:spPr>
            <a:xfrm>
              <a:off x="8041881" y="4293023"/>
              <a:ext cx="589974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brake cable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1E39729-A4B3-4B8B-7DE2-DD0D854F1631}"/>
                </a:ext>
              </a:extLst>
            </p:cNvPr>
            <p:cNvSpPr txBox="1"/>
            <p:nvPr/>
          </p:nvSpPr>
          <p:spPr>
            <a:xfrm>
              <a:off x="8064871" y="3339199"/>
              <a:ext cx="589974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chain wax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2B281E5-C759-67F9-8E8F-2B909B13EFEE}"/>
                </a:ext>
              </a:extLst>
            </p:cNvPr>
            <p:cNvSpPr txBox="1"/>
            <p:nvPr/>
          </p:nvSpPr>
          <p:spPr>
            <a:xfrm>
              <a:off x="7642860" y="2529339"/>
              <a:ext cx="1011985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tent patch material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CCFCEFB-4706-7566-51BF-5B11C5D6D570}"/>
                </a:ext>
              </a:extLst>
            </p:cNvPr>
            <p:cNvSpPr txBox="1"/>
            <p:nvPr/>
          </p:nvSpPr>
          <p:spPr>
            <a:xfrm>
              <a:off x="6554536" y="2960467"/>
              <a:ext cx="731520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66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grease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74898DC-483D-1179-1C5C-CE83A32041D0}"/>
                </a:ext>
              </a:extLst>
            </p:cNvPr>
            <p:cNvSpPr txBox="1"/>
            <p:nvPr/>
          </p:nvSpPr>
          <p:spPr>
            <a:xfrm>
              <a:off x="8041881" y="1318522"/>
              <a:ext cx="577770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brake pads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4E3B608-9A31-923A-7830-E61606947226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 flipV="1">
              <a:off x="7094220" y="1549355"/>
              <a:ext cx="947661" cy="866228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272E779-8188-7C61-8356-930B361BC95C}"/>
                </a:ext>
              </a:extLst>
            </p:cNvPr>
            <p:cNvSpPr txBox="1"/>
            <p:nvPr/>
          </p:nvSpPr>
          <p:spPr>
            <a:xfrm>
              <a:off x="6020251" y="2258151"/>
              <a:ext cx="1044916" cy="43088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66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sleeping mat patches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20743B8-7027-B767-A293-D573F4F36428}"/>
                </a:ext>
              </a:extLst>
            </p:cNvPr>
            <p:cNvSpPr txBox="1"/>
            <p:nvPr/>
          </p:nvSpPr>
          <p:spPr>
            <a:xfrm>
              <a:off x="3593404" y="3401251"/>
              <a:ext cx="1044916" cy="43088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en-GB" dirty="0"/>
                <a:t>rehydration tablets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CDEC882-9B4B-231B-7B72-AA2FE4D37C57}"/>
                </a:ext>
              </a:extLst>
            </p:cNvPr>
            <p:cNvCxnSpPr>
              <a:cxnSpLocks/>
              <a:stCxn id="52" idx="3"/>
            </p:cNvCxnSpPr>
            <p:nvPr/>
          </p:nvCxnSpPr>
          <p:spPr>
            <a:xfrm>
              <a:off x="4638320" y="3632084"/>
              <a:ext cx="658630" cy="200054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A2CD312-7CDB-9DEC-885D-F3E2A28F425D}"/>
                </a:ext>
              </a:extLst>
            </p:cNvPr>
            <p:cNvSpPr txBox="1"/>
            <p:nvPr/>
          </p:nvSpPr>
          <p:spPr>
            <a:xfrm>
              <a:off x="3669972" y="3922992"/>
              <a:ext cx="589974" cy="43088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head torch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AFDD9ED-18E9-111D-6CC4-33947AD4CB99}"/>
                </a:ext>
              </a:extLst>
            </p:cNvPr>
            <p:cNvSpPr txBox="1"/>
            <p:nvPr/>
          </p:nvSpPr>
          <p:spPr>
            <a:xfrm>
              <a:off x="3645312" y="4539244"/>
              <a:ext cx="437574" cy="43088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film roll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902C429-9E7F-92CA-A0BB-2C3627397613}"/>
                </a:ext>
              </a:extLst>
            </p:cNvPr>
            <p:cNvCxnSpPr>
              <a:cxnSpLocks/>
              <a:stCxn id="61" idx="3"/>
            </p:cNvCxnSpPr>
            <p:nvPr/>
          </p:nvCxnSpPr>
          <p:spPr>
            <a:xfrm flipV="1">
              <a:off x="4259946" y="4812422"/>
              <a:ext cx="1037004" cy="532647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739E84-47A5-01C4-DC32-2FD95B71B88D}"/>
                </a:ext>
              </a:extLst>
            </p:cNvPr>
            <p:cNvSpPr txBox="1"/>
            <p:nvPr/>
          </p:nvSpPr>
          <p:spPr>
            <a:xfrm>
              <a:off x="3591392" y="5129625"/>
              <a:ext cx="668554" cy="43088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film camera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EAEDF1E-70E8-90CD-AFA8-300A5DC8E12C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 flipV="1">
              <a:off x="4082886" y="4744496"/>
              <a:ext cx="884749" cy="10192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DC3527B-49CE-D4AA-A298-F2AA16044750}"/>
                </a:ext>
              </a:extLst>
            </p:cNvPr>
            <p:cNvSpPr txBox="1"/>
            <p:nvPr/>
          </p:nvSpPr>
          <p:spPr>
            <a:xfrm>
              <a:off x="3732238" y="5861082"/>
              <a:ext cx="767248" cy="43088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charging wires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5C2AAB9-77BC-5B05-4BB1-D1F15DD5A1DA}"/>
                </a:ext>
              </a:extLst>
            </p:cNvPr>
            <p:cNvSpPr txBox="1"/>
            <p:nvPr/>
          </p:nvSpPr>
          <p:spPr>
            <a:xfrm>
              <a:off x="4723746" y="6240537"/>
              <a:ext cx="954130" cy="43088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sunglasses+ case</a:t>
              </a: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84F75E1-4DF4-B1CD-6DFD-3257F566553A}"/>
                </a:ext>
              </a:extLst>
            </p:cNvPr>
            <p:cNvCxnSpPr>
              <a:cxnSpLocks/>
              <a:stCxn id="68" idx="0"/>
            </p:cNvCxnSpPr>
            <p:nvPr/>
          </p:nvCxnSpPr>
          <p:spPr>
            <a:xfrm flipV="1">
              <a:off x="5200811" y="5822179"/>
              <a:ext cx="767975" cy="418358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43D73C9-2632-5810-A05B-43C544F150C3}"/>
                </a:ext>
              </a:extLst>
            </p:cNvPr>
            <p:cNvSpPr txBox="1"/>
            <p:nvPr/>
          </p:nvSpPr>
          <p:spPr>
            <a:xfrm>
              <a:off x="7871460" y="6455980"/>
              <a:ext cx="725530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zip ties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1756E16-4B55-3E66-3D76-BC13A8CC0566}"/>
                </a:ext>
              </a:extLst>
            </p:cNvPr>
            <p:cNvSpPr txBox="1"/>
            <p:nvPr/>
          </p:nvSpPr>
          <p:spPr>
            <a:xfrm>
              <a:off x="5829006" y="6524307"/>
              <a:ext cx="846114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passport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97EC30-9676-0330-0D9E-6FB7F7DD819B}"/>
                </a:ext>
              </a:extLst>
            </p:cNvPr>
            <p:cNvSpPr txBox="1"/>
            <p:nvPr/>
          </p:nvSpPr>
          <p:spPr>
            <a:xfrm>
              <a:off x="6836329" y="6468065"/>
              <a:ext cx="846114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straps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C123F2E-1C8E-1904-DA94-E8E0C7175EDA}"/>
                </a:ext>
              </a:extLst>
            </p:cNvPr>
            <p:cNvCxnSpPr>
              <a:cxnSpLocks/>
              <a:stCxn id="73" idx="0"/>
            </p:cNvCxnSpPr>
            <p:nvPr/>
          </p:nvCxnSpPr>
          <p:spPr>
            <a:xfrm flipV="1">
              <a:off x="6252063" y="5715000"/>
              <a:ext cx="361732" cy="809307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B62B1F7-BB80-D494-5692-3F960E66DFCC}"/>
                </a:ext>
              </a:extLst>
            </p:cNvPr>
            <p:cNvCxnSpPr>
              <a:cxnSpLocks/>
              <a:stCxn id="74" idx="0"/>
            </p:cNvCxnSpPr>
            <p:nvPr/>
          </p:nvCxnSpPr>
          <p:spPr>
            <a:xfrm flipV="1">
              <a:off x="7259386" y="5715000"/>
              <a:ext cx="139833" cy="753065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751127E-D763-4FE8-AD22-EA02E3472E35}"/>
                </a:ext>
              </a:extLst>
            </p:cNvPr>
            <p:cNvSpPr txBox="1"/>
            <p:nvPr/>
          </p:nvSpPr>
          <p:spPr>
            <a:xfrm>
              <a:off x="7910950" y="5580477"/>
              <a:ext cx="725530" cy="60016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66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chain wear tool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F42E396-E0C1-C0B3-B5B0-041F3140603E}"/>
                </a:ext>
              </a:extLst>
            </p:cNvPr>
            <p:cNvSpPr txBox="1"/>
            <p:nvPr/>
          </p:nvSpPr>
          <p:spPr>
            <a:xfrm>
              <a:off x="8099051" y="4970131"/>
              <a:ext cx="463430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en-GB" dirty="0"/>
                <a:t>lock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AE3B95B-B152-A745-4180-8497995B7206}"/>
                </a:ext>
              </a:extLst>
            </p:cNvPr>
            <p:cNvCxnSpPr>
              <a:cxnSpLocks/>
              <a:endCxn id="82" idx="1"/>
            </p:cNvCxnSpPr>
            <p:nvPr/>
          </p:nvCxnSpPr>
          <p:spPr>
            <a:xfrm>
              <a:off x="7560430" y="4458047"/>
              <a:ext cx="538621" cy="642889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91822EB-5A2A-7369-7DF6-6579A40F55EF}"/>
                </a:ext>
              </a:extLst>
            </p:cNvPr>
            <p:cNvSpPr txBox="1"/>
            <p:nvPr/>
          </p:nvSpPr>
          <p:spPr>
            <a:xfrm>
              <a:off x="6443025" y="4692137"/>
              <a:ext cx="538621" cy="43088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rear light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69B3F81-8AA0-981A-29F5-65AF238E149E}"/>
                </a:ext>
              </a:extLst>
            </p:cNvPr>
            <p:cNvSpPr txBox="1"/>
            <p:nvPr/>
          </p:nvSpPr>
          <p:spPr>
            <a:xfrm>
              <a:off x="5236948" y="4250496"/>
              <a:ext cx="663961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spokes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0B6037D-B6D2-77A4-613E-EB91E06E5FB6}"/>
                </a:ext>
              </a:extLst>
            </p:cNvPr>
            <p:cNvSpPr txBox="1"/>
            <p:nvPr/>
          </p:nvSpPr>
          <p:spPr>
            <a:xfrm>
              <a:off x="6648231" y="3428977"/>
              <a:ext cx="511561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tape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2E1C96B-A872-F353-06D7-B169BDCFFF7B}"/>
                </a:ext>
              </a:extLst>
            </p:cNvPr>
            <p:cNvSpPr txBox="1"/>
            <p:nvPr/>
          </p:nvSpPr>
          <p:spPr>
            <a:xfrm>
              <a:off x="6836329" y="4129707"/>
              <a:ext cx="669360" cy="43088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chain pliers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78118ED-D2F4-29FD-66AE-1EBA3C35244E}"/>
                </a:ext>
              </a:extLst>
            </p:cNvPr>
            <p:cNvSpPr txBox="1"/>
            <p:nvPr/>
          </p:nvSpPr>
          <p:spPr>
            <a:xfrm>
              <a:off x="5534889" y="4772879"/>
              <a:ext cx="732040" cy="43088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>
                      <a:lumMod val="95000"/>
                    </a:schemeClr>
                  </a:solidFill>
                </a:rPr>
                <a:t>power adapter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B845C5E-1018-4C60-182F-C80240A82E7C}"/>
                </a:ext>
              </a:extLst>
            </p:cNvPr>
            <p:cNvSpPr txBox="1"/>
            <p:nvPr/>
          </p:nvSpPr>
          <p:spPr>
            <a:xfrm>
              <a:off x="7937718" y="970186"/>
              <a:ext cx="694137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trowel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18A9567-156C-BDAE-67BB-93C46F2AD611}"/>
                </a:ext>
              </a:extLst>
            </p:cNvPr>
            <p:cNvCxnSpPr>
              <a:cxnSpLocks/>
              <a:endCxn id="91" idx="1"/>
            </p:cNvCxnSpPr>
            <p:nvPr/>
          </p:nvCxnSpPr>
          <p:spPr>
            <a:xfrm flipV="1">
              <a:off x="7752397" y="1108686"/>
              <a:ext cx="185321" cy="324975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019A7A8-CDFE-9334-DBB3-9BAF39D05286}"/>
                </a:ext>
              </a:extLst>
            </p:cNvPr>
            <p:cNvSpPr txBox="1"/>
            <p:nvPr/>
          </p:nvSpPr>
          <p:spPr>
            <a:xfrm>
              <a:off x="3822372" y="607568"/>
              <a:ext cx="96298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66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spare bolts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2924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4A14E-2184-2679-C773-818837DE3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2FE258E-1736-9DFA-B6EF-6E690DD93546}"/>
              </a:ext>
            </a:extLst>
          </p:cNvPr>
          <p:cNvGrpSpPr/>
          <p:nvPr/>
        </p:nvGrpSpPr>
        <p:grpSpPr>
          <a:xfrm>
            <a:off x="3514164" y="0"/>
            <a:ext cx="5163671" cy="6858000"/>
            <a:chOff x="3514164" y="0"/>
            <a:chExt cx="5163671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BBECAE1-D741-1334-1E3E-9678892A3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4164" y="0"/>
              <a:ext cx="5163671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BC3E49A-FF9C-2078-0CF4-85A877CD4F38}"/>
                </a:ext>
              </a:extLst>
            </p:cNvPr>
            <p:cNvSpPr txBox="1"/>
            <p:nvPr/>
          </p:nvSpPr>
          <p:spPr>
            <a:xfrm>
              <a:off x="6956973" y="379860"/>
              <a:ext cx="114207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户外厕所套件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7157CE-595A-1318-460E-899AB7BCAB42}"/>
                </a:ext>
              </a:extLst>
            </p:cNvPr>
            <p:cNvSpPr txBox="1"/>
            <p:nvPr/>
          </p:nvSpPr>
          <p:spPr>
            <a:xfrm>
              <a:off x="3669972" y="455168"/>
              <a:ext cx="96298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660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zh-CN" altLang="en-US" dirty="0"/>
                <a:t>螺母和螺栓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5061B8-93C5-D629-A9F1-67CCD812099D}"/>
                </a:ext>
              </a:extLst>
            </p:cNvPr>
            <p:cNvSpPr txBox="1"/>
            <p:nvPr/>
          </p:nvSpPr>
          <p:spPr>
            <a:xfrm>
              <a:off x="3601392" y="1088922"/>
              <a:ext cx="96298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zh-CN" altLang="en-US" dirty="0"/>
                <a:t>超细纤维布</a:t>
              </a:r>
              <a:endParaRPr lang="en-GB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6DC849F-A106-A76E-E7E9-1575EEBC62AE}"/>
                </a:ext>
              </a:extLst>
            </p:cNvPr>
            <p:cNvSpPr txBox="1"/>
            <p:nvPr/>
          </p:nvSpPr>
          <p:spPr>
            <a:xfrm>
              <a:off x="3769974" y="1716423"/>
              <a:ext cx="711528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骑行 </a:t>
              </a:r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GPS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339AAB0-1D00-7A83-CCDC-D036D9129130}"/>
                </a:ext>
              </a:extLst>
            </p:cNvPr>
            <p:cNvSpPr txBox="1"/>
            <p:nvPr/>
          </p:nvSpPr>
          <p:spPr>
            <a:xfrm>
              <a:off x="3601392" y="2282044"/>
              <a:ext cx="78772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充电宝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2DEA1DE-5CB8-B023-6118-149F7A423342}"/>
                </a:ext>
              </a:extLst>
            </p:cNvPr>
            <p:cNvSpPr txBox="1"/>
            <p:nvPr/>
          </p:nvSpPr>
          <p:spPr>
            <a:xfrm>
              <a:off x="3669972" y="2633795"/>
              <a:ext cx="96298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660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zh-CN" altLang="en-US" dirty="0"/>
                <a:t>撬胎棒</a:t>
              </a:r>
              <a:endParaRPr lang="en-GB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01B64D-898D-382F-64CD-69DA82827013}"/>
                </a:ext>
              </a:extLst>
            </p:cNvPr>
            <p:cNvSpPr txBox="1"/>
            <p:nvPr/>
          </p:nvSpPr>
          <p:spPr>
            <a:xfrm>
              <a:off x="4656980" y="2791783"/>
              <a:ext cx="108490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多功能工具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3416B88-EAFB-43C4-AE0A-0A4030DCBE5E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4632960" y="2455087"/>
              <a:ext cx="1044916" cy="309513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C17563D-6174-2B22-5796-396017A6CD01}"/>
                </a:ext>
              </a:extLst>
            </p:cNvPr>
            <p:cNvSpPr txBox="1"/>
            <p:nvPr/>
          </p:nvSpPr>
          <p:spPr>
            <a:xfrm>
              <a:off x="3799596" y="3013501"/>
              <a:ext cx="669852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莱特曼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E213616-1ACD-DD60-914B-D376775343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6976" y="3089502"/>
              <a:ext cx="1084908" cy="98292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4A6A877-088C-CEF9-6A23-A82588AA7C98}"/>
                </a:ext>
              </a:extLst>
            </p:cNvPr>
            <p:cNvSpPr txBox="1"/>
            <p:nvPr/>
          </p:nvSpPr>
          <p:spPr>
            <a:xfrm>
              <a:off x="5040541" y="1682178"/>
              <a:ext cx="108490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zh-CN" altLang="en-US" dirty="0"/>
                <a:t>补胎工具包</a:t>
              </a:r>
              <a:endParaRPr lang="en-GB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B237C65-71D6-C431-9223-D2E39EF415CF}"/>
                </a:ext>
              </a:extLst>
            </p:cNvPr>
            <p:cNvSpPr txBox="1"/>
            <p:nvPr/>
          </p:nvSpPr>
          <p:spPr>
            <a:xfrm>
              <a:off x="5373695" y="56694"/>
              <a:ext cx="108490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水过滤器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43114FA-4AB0-3A75-E413-E1F235B92128}"/>
                </a:ext>
              </a:extLst>
            </p:cNvPr>
            <p:cNvSpPr txBox="1"/>
            <p:nvPr/>
          </p:nvSpPr>
          <p:spPr>
            <a:xfrm>
              <a:off x="6321019" y="362141"/>
              <a:ext cx="479084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660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zh-CN" altLang="en-US" dirty="0"/>
                <a:t>笔</a:t>
              </a:r>
              <a:endParaRPr lang="en-GB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75119A7-FF23-FECE-717B-68621AB0ED49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5916149" y="333693"/>
              <a:ext cx="105274" cy="889185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B874D4E-3B71-937A-50F4-5DD9CD0E12F9}"/>
                </a:ext>
              </a:extLst>
            </p:cNvPr>
            <p:cNvSpPr txBox="1"/>
            <p:nvPr/>
          </p:nvSpPr>
          <p:spPr>
            <a:xfrm>
              <a:off x="7910950" y="1958878"/>
              <a:ext cx="766885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链条润滑油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6C952F8-A887-27D6-57DB-7331EB108E75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>
              <a:off x="7592926" y="2006059"/>
              <a:ext cx="318024" cy="183652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80BB4F5-E293-F02F-226E-8755A8B6D317}"/>
                </a:ext>
              </a:extLst>
            </p:cNvPr>
            <p:cNvSpPr txBox="1"/>
            <p:nvPr/>
          </p:nvSpPr>
          <p:spPr>
            <a:xfrm>
              <a:off x="6224733" y="1439423"/>
              <a:ext cx="756913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zh-CN" altLang="en-US" dirty="0"/>
                <a:t>轮胎打气筒</a:t>
              </a:r>
              <a:endParaRPr lang="en-GB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CFB3B98-58F0-B3BF-8C77-F03CD7DAAC66}"/>
                </a:ext>
              </a:extLst>
            </p:cNvPr>
            <p:cNvSpPr txBox="1"/>
            <p:nvPr/>
          </p:nvSpPr>
          <p:spPr>
            <a:xfrm>
              <a:off x="4938033" y="3401251"/>
              <a:ext cx="1066606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zh-CN" altLang="en-US" dirty="0"/>
                <a:t>帐篷杆夹板</a:t>
              </a:r>
              <a:endParaRPr lang="en-GB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9AC2594-C82A-77E3-172D-598CB07920CF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 flipV="1">
              <a:off x="6004639" y="3138648"/>
              <a:ext cx="316380" cy="393408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875213E-F218-04F1-3CC1-18C8C28A03FE}"/>
                </a:ext>
              </a:extLst>
            </p:cNvPr>
            <p:cNvSpPr txBox="1"/>
            <p:nvPr/>
          </p:nvSpPr>
          <p:spPr>
            <a:xfrm>
              <a:off x="7182782" y="3538911"/>
              <a:ext cx="543996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zh-CN" altLang="en-US" dirty="0"/>
                <a:t>内胎</a:t>
              </a:r>
              <a:endParaRPr lang="en-GB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48025AD-ABFA-BCDA-711E-E7D23357223E}"/>
                </a:ext>
              </a:extLst>
            </p:cNvPr>
            <p:cNvSpPr txBox="1"/>
            <p:nvPr/>
          </p:nvSpPr>
          <p:spPr>
            <a:xfrm>
              <a:off x="8273715" y="3894479"/>
              <a:ext cx="342055" cy="6463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zh-CN" altLang="en-US" dirty="0"/>
                <a:t>刹车线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D189CE3-7372-1FBE-2A4A-BE48D5956DC7}"/>
                </a:ext>
              </a:extLst>
            </p:cNvPr>
            <p:cNvSpPr txBox="1"/>
            <p:nvPr/>
          </p:nvSpPr>
          <p:spPr>
            <a:xfrm>
              <a:off x="8206851" y="3080225"/>
              <a:ext cx="391140" cy="6463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链条蜡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058897B-6A52-2F42-C621-A205AB47FBEE}"/>
                </a:ext>
              </a:extLst>
            </p:cNvPr>
            <p:cNvSpPr txBox="1"/>
            <p:nvPr/>
          </p:nvSpPr>
          <p:spPr>
            <a:xfrm>
              <a:off x="7857819" y="2529339"/>
              <a:ext cx="797026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zh-CN" altLang="en-US" dirty="0"/>
                <a:t>帐篷补片材料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6F4527B-6850-D2EB-C5B0-D56DF45C5BE4}"/>
                </a:ext>
              </a:extLst>
            </p:cNvPr>
            <p:cNvSpPr txBox="1"/>
            <p:nvPr/>
          </p:nvSpPr>
          <p:spPr>
            <a:xfrm>
              <a:off x="6554536" y="2960467"/>
              <a:ext cx="731520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660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zh-CN" altLang="en-US" dirty="0"/>
                <a:t>润滑脂</a:t>
              </a:r>
              <a:endParaRPr lang="en-GB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AB8AB59-C077-12D5-29BE-69FEC4A379BB}"/>
                </a:ext>
              </a:extLst>
            </p:cNvPr>
            <p:cNvSpPr txBox="1"/>
            <p:nvPr/>
          </p:nvSpPr>
          <p:spPr>
            <a:xfrm>
              <a:off x="8041881" y="1318522"/>
              <a:ext cx="577770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刹车片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6FAEF21-8E16-A2A4-AD66-B6EC77522CB5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 flipV="1">
              <a:off x="7094220" y="1549355"/>
              <a:ext cx="947661" cy="866228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23FE1D6-E1F1-98DE-B2AB-E449C1CCA235}"/>
                </a:ext>
              </a:extLst>
            </p:cNvPr>
            <p:cNvSpPr txBox="1"/>
            <p:nvPr/>
          </p:nvSpPr>
          <p:spPr>
            <a:xfrm>
              <a:off x="6149340" y="2258151"/>
              <a:ext cx="786738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66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睡垫补丁</a:t>
              </a:r>
              <a:endParaRPr lang="en-GB" sz="11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864547B-5142-C5FB-9020-333AA4D8A725}"/>
                </a:ext>
              </a:extLst>
            </p:cNvPr>
            <p:cNvSpPr txBox="1"/>
            <p:nvPr/>
          </p:nvSpPr>
          <p:spPr>
            <a:xfrm>
              <a:off x="3803304" y="3401251"/>
              <a:ext cx="625116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补液片</a:t>
              </a:r>
              <a:endParaRPr lang="en-GB" sz="11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75D38A2-2E40-DF71-920B-DAD7E350D0F5}"/>
                </a:ext>
              </a:extLst>
            </p:cNvPr>
            <p:cNvCxnSpPr>
              <a:cxnSpLocks/>
              <a:stCxn id="52" idx="3"/>
            </p:cNvCxnSpPr>
            <p:nvPr/>
          </p:nvCxnSpPr>
          <p:spPr>
            <a:xfrm>
              <a:off x="4428420" y="3532056"/>
              <a:ext cx="868530" cy="300082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F93868D-973F-14BF-6EDF-3D991B6A472C}"/>
                </a:ext>
              </a:extLst>
            </p:cNvPr>
            <p:cNvSpPr txBox="1"/>
            <p:nvPr/>
          </p:nvSpPr>
          <p:spPr>
            <a:xfrm>
              <a:off x="3669972" y="3922992"/>
              <a:ext cx="589974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头灯</a:t>
              </a:r>
              <a:endParaRPr lang="en-GB" sz="11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049CC31-84CE-324B-50DB-6DEA884D2378}"/>
                </a:ext>
              </a:extLst>
            </p:cNvPr>
            <p:cNvSpPr txBox="1"/>
            <p:nvPr/>
          </p:nvSpPr>
          <p:spPr>
            <a:xfrm>
              <a:off x="3669972" y="4585557"/>
              <a:ext cx="791694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相机胶卷</a:t>
              </a:r>
              <a:endParaRPr lang="en-GB" sz="11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E15BA8C-8A08-3495-F6CE-DBAD0BC801AA}"/>
                </a:ext>
              </a:extLst>
            </p:cNvPr>
            <p:cNvCxnSpPr>
              <a:cxnSpLocks/>
              <a:stCxn id="61" idx="3"/>
            </p:cNvCxnSpPr>
            <p:nvPr/>
          </p:nvCxnSpPr>
          <p:spPr>
            <a:xfrm flipV="1">
              <a:off x="4259946" y="4812422"/>
              <a:ext cx="1037004" cy="532647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B748CFA-4E3D-B7DE-9FBB-F57BD7DFD8E7}"/>
                </a:ext>
              </a:extLst>
            </p:cNvPr>
            <p:cNvSpPr txBox="1"/>
            <p:nvPr/>
          </p:nvSpPr>
          <p:spPr>
            <a:xfrm>
              <a:off x="3669972" y="5129625"/>
              <a:ext cx="589974" cy="43088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胶片相机</a:t>
              </a:r>
              <a:endParaRPr lang="en-GB" sz="11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8DDC3D7-5771-A996-56CB-2BA08F6BEDC4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 flipV="1">
              <a:off x="4461666" y="4692137"/>
              <a:ext cx="538621" cy="24225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E82A757-A70F-BDD2-BA79-D1E9ED758374}"/>
                </a:ext>
              </a:extLst>
            </p:cNvPr>
            <p:cNvSpPr txBox="1"/>
            <p:nvPr/>
          </p:nvSpPr>
          <p:spPr>
            <a:xfrm>
              <a:off x="3732238" y="5861082"/>
              <a:ext cx="767248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充电线</a:t>
              </a:r>
              <a:endParaRPr lang="en-GB" sz="11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4698A98-7050-738D-9AA0-66998563132B}"/>
                </a:ext>
              </a:extLst>
            </p:cNvPr>
            <p:cNvSpPr txBox="1"/>
            <p:nvPr/>
          </p:nvSpPr>
          <p:spPr>
            <a:xfrm>
              <a:off x="4723746" y="6240537"/>
              <a:ext cx="954130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太阳镜</a:t>
              </a:r>
              <a:r>
                <a:rPr lang="en-GB" altLang="zh-CN" sz="1100" b="1" dirty="0">
                  <a:solidFill>
                    <a:schemeClr val="bg1">
                      <a:lumMod val="95000"/>
                    </a:schemeClr>
                  </a:solidFill>
                </a:rPr>
                <a:t>+</a:t>
              </a:r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盒</a:t>
              </a:r>
              <a:endParaRPr lang="en-GB" sz="11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8A18B78-D77E-812B-F6CC-0FDE6ED82B30}"/>
                </a:ext>
              </a:extLst>
            </p:cNvPr>
            <p:cNvCxnSpPr>
              <a:cxnSpLocks/>
              <a:stCxn id="68" idx="0"/>
            </p:cNvCxnSpPr>
            <p:nvPr/>
          </p:nvCxnSpPr>
          <p:spPr>
            <a:xfrm flipV="1">
              <a:off x="5200811" y="5822179"/>
              <a:ext cx="767975" cy="418358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D15AFD7-12C3-1AED-69C2-BF55C044B43B}"/>
                </a:ext>
              </a:extLst>
            </p:cNvPr>
            <p:cNvSpPr txBox="1"/>
            <p:nvPr/>
          </p:nvSpPr>
          <p:spPr>
            <a:xfrm>
              <a:off x="7863800" y="6219243"/>
              <a:ext cx="538621" cy="43088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拉链领带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682249A-7ADE-7F17-9E57-B3A47C56EF0C}"/>
                </a:ext>
              </a:extLst>
            </p:cNvPr>
            <p:cNvSpPr txBox="1"/>
            <p:nvPr/>
          </p:nvSpPr>
          <p:spPr>
            <a:xfrm>
              <a:off x="6096000" y="6524307"/>
              <a:ext cx="579120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护照</a:t>
              </a:r>
              <a:endParaRPr lang="en-GB" sz="11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5DC3A37-C57C-AA54-9B25-ED7CAC6AA2F6}"/>
                </a:ext>
              </a:extLst>
            </p:cNvPr>
            <p:cNvSpPr txBox="1"/>
            <p:nvPr/>
          </p:nvSpPr>
          <p:spPr>
            <a:xfrm>
              <a:off x="7138447" y="6468065"/>
              <a:ext cx="543996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肩带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F786D9F-88D0-70B5-CD6C-A56FBB4C2429}"/>
                </a:ext>
              </a:extLst>
            </p:cNvPr>
            <p:cNvCxnSpPr>
              <a:cxnSpLocks/>
              <a:stCxn id="73" idx="0"/>
            </p:cNvCxnSpPr>
            <p:nvPr/>
          </p:nvCxnSpPr>
          <p:spPr>
            <a:xfrm flipV="1">
              <a:off x="6385560" y="5715000"/>
              <a:ext cx="228235" cy="809307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6DB546B-E8F9-6D51-71B0-972248BE313A}"/>
                </a:ext>
              </a:extLst>
            </p:cNvPr>
            <p:cNvCxnSpPr>
              <a:cxnSpLocks/>
              <a:stCxn id="74" idx="0"/>
            </p:cNvCxnSpPr>
            <p:nvPr/>
          </p:nvCxnSpPr>
          <p:spPr>
            <a:xfrm flipH="1" flipV="1">
              <a:off x="7399219" y="5715000"/>
              <a:ext cx="11226" cy="753065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A9C9852-2074-1458-E39D-37A3DE01C02B}"/>
                </a:ext>
              </a:extLst>
            </p:cNvPr>
            <p:cNvSpPr txBox="1"/>
            <p:nvPr/>
          </p:nvSpPr>
          <p:spPr>
            <a:xfrm>
              <a:off x="7910950" y="5580477"/>
              <a:ext cx="725530" cy="43088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660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zh-CN" altLang="en-US" dirty="0"/>
                <a:t>链条磨损工具</a:t>
              </a:r>
              <a:endParaRPr lang="en-GB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199A80C-8151-885B-A5B8-FBEBD12E43F3}"/>
                </a:ext>
              </a:extLst>
            </p:cNvPr>
            <p:cNvSpPr txBox="1"/>
            <p:nvPr/>
          </p:nvSpPr>
          <p:spPr>
            <a:xfrm>
              <a:off x="8152340" y="4794351"/>
              <a:ext cx="463430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锁</a:t>
              </a:r>
              <a:endParaRPr lang="en-GB" sz="11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A8342C7-B7C7-9F1F-ACD9-0B9C947EA00C}"/>
                </a:ext>
              </a:extLst>
            </p:cNvPr>
            <p:cNvCxnSpPr>
              <a:cxnSpLocks/>
              <a:endCxn id="82" idx="1"/>
            </p:cNvCxnSpPr>
            <p:nvPr/>
          </p:nvCxnSpPr>
          <p:spPr>
            <a:xfrm>
              <a:off x="7613719" y="4282267"/>
              <a:ext cx="538621" cy="642889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6E57559-A946-61C5-E91E-23C71A1A37A5}"/>
                </a:ext>
              </a:extLst>
            </p:cNvPr>
            <p:cNvSpPr txBox="1"/>
            <p:nvPr/>
          </p:nvSpPr>
          <p:spPr>
            <a:xfrm>
              <a:off x="6443025" y="4692137"/>
              <a:ext cx="538621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后灯</a:t>
              </a:r>
              <a:endParaRPr lang="en-GB" sz="11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3C89104-A689-C39B-4018-068F86AF10F1}"/>
                </a:ext>
              </a:extLst>
            </p:cNvPr>
            <p:cNvSpPr txBox="1"/>
            <p:nvPr/>
          </p:nvSpPr>
          <p:spPr>
            <a:xfrm>
              <a:off x="5296950" y="4250496"/>
              <a:ext cx="543958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辐条</a:t>
              </a:r>
              <a:endParaRPr lang="en-GB" sz="11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04CDE5D-EF12-F6B0-4DE3-A650EAC081E2}"/>
                </a:ext>
              </a:extLst>
            </p:cNvPr>
            <p:cNvSpPr txBox="1"/>
            <p:nvPr/>
          </p:nvSpPr>
          <p:spPr>
            <a:xfrm>
              <a:off x="6560561" y="3444664"/>
              <a:ext cx="511561" cy="43088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重型胶带</a:t>
              </a:r>
              <a:endParaRPr lang="en-GB" sz="11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A4F4741-63A9-D199-500E-D50EDC85EDE1}"/>
                </a:ext>
              </a:extLst>
            </p:cNvPr>
            <p:cNvSpPr txBox="1"/>
            <p:nvPr/>
          </p:nvSpPr>
          <p:spPr>
            <a:xfrm>
              <a:off x="6836329" y="4129707"/>
              <a:ext cx="669360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 b="1">
                  <a:solidFill>
                    <a:schemeClr val="bg1">
                      <a:lumMod val="95000"/>
                    </a:schemeClr>
                  </a:solidFill>
                </a:defRPr>
              </a:lvl1pPr>
            </a:lstStyle>
            <a:p>
              <a:r>
                <a:rPr lang="zh-CN" altLang="en-US" dirty="0"/>
                <a:t>链钳</a:t>
              </a:r>
              <a:endParaRPr lang="en-GB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B8AD6AD-227C-4770-194A-52F8EDADD93A}"/>
                </a:ext>
              </a:extLst>
            </p:cNvPr>
            <p:cNvSpPr txBox="1"/>
            <p:nvPr/>
          </p:nvSpPr>
          <p:spPr>
            <a:xfrm>
              <a:off x="5560135" y="4833746"/>
              <a:ext cx="786130" cy="2616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旅行插头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AD200AE-ECD1-82D6-7782-3028734BE496}"/>
                </a:ext>
              </a:extLst>
            </p:cNvPr>
            <p:cNvSpPr txBox="1"/>
            <p:nvPr/>
          </p:nvSpPr>
          <p:spPr>
            <a:xfrm>
              <a:off x="8112476" y="902446"/>
              <a:ext cx="479084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铲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C19C11B-CE56-C262-3CBE-ACAAC3BF99FF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 flipV="1">
              <a:off x="7798376" y="1040946"/>
              <a:ext cx="314100" cy="324975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7094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28066-581D-C466-AD05-DC7E0A474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5F3FF4-BE00-0A15-3170-A4B6D3C09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164" y="0"/>
            <a:ext cx="51636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5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EA786-E8DB-07CA-9C8A-388DA3858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E2D73E57-560C-30AB-C7E6-25CD5A388041}"/>
              </a:ext>
            </a:extLst>
          </p:cNvPr>
          <p:cNvGrpSpPr/>
          <p:nvPr/>
        </p:nvGrpSpPr>
        <p:grpSpPr>
          <a:xfrm>
            <a:off x="3514164" y="0"/>
            <a:ext cx="4725596" cy="6276180"/>
            <a:chOff x="3514164" y="0"/>
            <a:chExt cx="4725596" cy="627618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447016A-D522-60FF-5BAE-1B3FF3B6A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484" b="8484"/>
            <a:stretch>
              <a:fillRect/>
            </a:stretch>
          </p:blipFill>
          <p:spPr>
            <a:xfrm>
              <a:off x="3514164" y="0"/>
              <a:ext cx="4725596" cy="627618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63B4B9-C0A2-F077-86D6-57B55530E83E}"/>
                </a:ext>
              </a:extLst>
            </p:cNvPr>
            <p:cNvSpPr txBox="1"/>
            <p:nvPr/>
          </p:nvSpPr>
          <p:spPr>
            <a:xfrm>
              <a:off x="3559548" y="566635"/>
              <a:ext cx="1214981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Decathlon 0°C down jacket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55583E5-FABA-3764-39B1-3E4187E727A0}"/>
                </a:ext>
              </a:extLst>
            </p:cNvPr>
            <p:cNvSpPr txBox="1"/>
            <p:nvPr/>
          </p:nvSpPr>
          <p:spPr>
            <a:xfrm>
              <a:off x="4839964" y="59162"/>
              <a:ext cx="1214981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light mid-layer fleece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353F07-B522-1BEB-9C9C-67876F60875A}"/>
                </a:ext>
              </a:extLst>
            </p:cNvPr>
            <p:cNvSpPr txBox="1"/>
            <p:nvPr/>
          </p:nvSpPr>
          <p:spPr>
            <a:xfrm>
              <a:off x="5430032" y="809077"/>
              <a:ext cx="1214981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Merino wool buff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1EAB956-9AC9-487C-5E6D-EB617A5B7F58}"/>
                </a:ext>
              </a:extLst>
            </p:cNvPr>
            <p:cNvSpPr txBox="1"/>
            <p:nvPr/>
          </p:nvSpPr>
          <p:spPr>
            <a:xfrm>
              <a:off x="6428342" y="148093"/>
              <a:ext cx="629606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book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28E244-6093-30BD-5904-052C5753945B}"/>
                </a:ext>
              </a:extLst>
            </p:cNvPr>
            <p:cNvSpPr txBox="1"/>
            <p:nvPr/>
          </p:nvSpPr>
          <p:spPr>
            <a:xfrm>
              <a:off x="7246034" y="813779"/>
              <a:ext cx="835152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electric shaver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8238495-F279-D933-AA24-43747C177EAB}"/>
                </a:ext>
              </a:extLst>
            </p:cNvPr>
            <p:cNvSpPr txBox="1"/>
            <p:nvPr/>
          </p:nvSpPr>
          <p:spPr>
            <a:xfrm>
              <a:off x="7375480" y="1368905"/>
              <a:ext cx="835152" cy="83099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bike repair tools + spares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58D8F7F-8E37-9B60-6D50-7CC7574768DC}"/>
                </a:ext>
              </a:extLst>
            </p:cNvPr>
            <p:cNvSpPr txBox="1"/>
            <p:nvPr/>
          </p:nvSpPr>
          <p:spPr>
            <a:xfrm>
              <a:off x="7219264" y="186663"/>
              <a:ext cx="835152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soap bar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646D0D4-4257-BEC1-2993-00D17F576BEF}"/>
                </a:ext>
              </a:extLst>
            </p:cNvPr>
            <p:cNvSpPr txBox="1"/>
            <p:nvPr/>
          </p:nvSpPr>
          <p:spPr>
            <a:xfrm>
              <a:off x="7026095" y="2286721"/>
              <a:ext cx="1116998" cy="6463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compression sack (clean clothes)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8EC91B6-86CB-20FD-27F1-D1083F5380BE}"/>
                </a:ext>
              </a:extLst>
            </p:cNvPr>
            <p:cNvSpPr txBox="1"/>
            <p:nvPr/>
          </p:nvSpPr>
          <p:spPr>
            <a:xfrm>
              <a:off x="3520406" y="1313182"/>
              <a:ext cx="958405" cy="6463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Rab cinder waterproof jacket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84C0963-77FA-D125-0194-307E7D20ED22}"/>
                </a:ext>
              </a:extLst>
            </p:cNvPr>
            <p:cNvSpPr txBox="1"/>
            <p:nvPr/>
          </p:nvSpPr>
          <p:spPr>
            <a:xfrm>
              <a:off x="3514164" y="2145737"/>
              <a:ext cx="1214981" cy="6463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compression sack (down jacket)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57F2BF6-29E5-7793-831D-ED83BD002D7B}"/>
                </a:ext>
              </a:extLst>
            </p:cNvPr>
            <p:cNvSpPr txBox="1"/>
            <p:nvPr/>
          </p:nvSpPr>
          <p:spPr>
            <a:xfrm>
              <a:off x="3514164" y="2846318"/>
              <a:ext cx="958405" cy="6463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mountain biking trouser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E16D61F-689F-3747-47A0-F86DF83E94B2}"/>
                </a:ext>
              </a:extLst>
            </p:cNvPr>
            <p:cNvSpPr txBox="1"/>
            <p:nvPr/>
          </p:nvSpPr>
          <p:spPr>
            <a:xfrm>
              <a:off x="3559548" y="3583353"/>
              <a:ext cx="1049174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day off shirt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98FEF87-9693-D55C-C1E6-693C03B879CC}"/>
                </a:ext>
              </a:extLst>
            </p:cNvPr>
            <p:cNvSpPr txBox="1"/>
            <p:nvPr/>
          </p:nvSpPr>
          <p:spPr>
            <a:xfrm>
              <a:off x="3559548" y="4862079"/>
              <a:ext cx="1049174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day off shorts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041590D-3B16-FF7F-D0C6-ED3AC3276701}"/>
                </a:ext>
              </a:extLst>
            </p:cNvPr>
            <p:cNvSpPr txBox="1"/>
            <p:nvPr/>
          </p:nvSpPr>
          <p:spPr>
            <a:xfrm>
              <a:off x="3817793" y="5608626"/>
              <a:ext cx="1193510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day off underwear x2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DD51FDB-B950-E415-35BF-7296405B4A25}"/>
                </a:ext>
              </a:extLst>
            </p:cNvPr>
            <p:cNvSpPr txBox="1"/>
            <p:nvPr/>
          </p:nvSpPr>
          <p:spPr>
            <a:xfrm>
              <a:off x="5396924" y="5666008"/>
              <a:ext cx="1078501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sports shorts x2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C754CCC-A945-A33F-80BD-2AA03E9BD7E7}"/>
                </a:ext>
              </a:extLst>
            </p:cNvPr>
            <p:cNvSpPr txBox="1"/>
            <p:nvPr/>
          </p:nvSpPr>
          <p:spPr>
            <a:xfrm>
              <a:off x="7287503" y="5079110"/>
              <a:ext cx="752213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bumbag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3967F62-30B8-C539-FCD7-191520AE15A5}"/>
                </a:ext>
              </a:extLst>
            </p:cNvPr>
            <p:cNvSpPr txBox="1"/>
            <p:nvPr/>
          </p:nvSpPr>
          <p:spPr>
            <a:xfrm>
              <a:off x="7180699" y="5516292"/>
              <a:ext cx="900487" cy="6463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Darn Tough socks x3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D401F31-A466-B4F8-4509-D9205DCD92C0}"/>
                </a:ext>
              </a:extLst>
            </p:cNvPr>
            <p:cNvCxnSpPr>
              <a:cxnSpLocks/>
              <a:stCxn id="4" idx="1"/>
            </p:cNvCxnSpPr>
            <p:nvPr/>
          </p:nvCxnSpPr>
          <p:spPr>
            <a:xfrm flipH="1" flipV="1">
              <a:off x="6003214" y="4459166"/>
              <a:ext cx="1177485" cy="1380292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A724AE-3584-14C6-585C-4153EFB9D1D8}"/>
                </a:ext>
              </a:extLst>
            </p:cNvPr>
            <p:cNvSpPr txBox="1"/>
            <p:nvPr/>
          </p:nvSpPr>
          <p:spPr>
            <a:xfrm>
              <a:off x="7233022" y="4068566"/>
              <a:ext cx="905637" cy="6463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padded cycling shorts x2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4D161E7-FE2D-892C-DD0D-2585C7258850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 flipV="1">
              <a:off x="6208961" y="3500325"/>
              <a:ext cx="1024061" cy="891407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6D035C7-1E2B-FD39-BA86-6848A75C24CE}"/>
                </a:ext>
              </a:extLst>
            </p:cNvPr>
            <p:cNvSpPr txBox="1"/>
            <p:nvPr/>
          </p:nvSpPr>
          <p:spPr>
            <a:xfrm>
              <a:off x="7385073" y="3352520"/>
              <a:ext cx="835153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sports t-shirts x2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4B9C231-095D-534E-2B44-A9351794FD86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 flipH="1">
              <a:off x="6588096" y="425092"/>
              <a:ext cx="155049" cy="845650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8905057-F33B-3201-303B-09CBB2D3870F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 flipV="1">
              <a:off x="6530340" y="463662"/>
              <a:ext cx="1106500" cy="1586118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EBD877A-C529-EACF-4EE6-1580232AF93A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 flipV="1">
              <a:off x="7180699" y="1784404"/>
              <a:ext cx="194781" cy="361333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2EAA399-7ABD-ADBD-AF76-F2A0756CBDDE}"/>
                </a:ext>
              </a:extLst>
            </p:cNvPr>
            <p:cNvCxnSpPr>
              <a:cxnSpLocks/>
              <a:endCxn id="35" idx="3"/>
            </p:cNvCxnSpPr>
            <p:nvPr/>
          </p:nvCxnSpPr>
          <p:spPr>
            <a:xfrm flipH="1" flipV="1">
              <a:off x="4478811" y="1636348"/>
              <a:ext cx="1175229" cy="774761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4C7E777-6C63-CA51-F41A-39F87C55D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6174" y="1275444"/>
              <a:ext cx="118771" cy="490854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1B06626-B5E3-930B-2A0C-A773F7B6C0E4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 flipV="1">
              <a:off x="5294980" y="520827"/>
              <a:ext cx="152475" cy="923370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BE67C02-B40C-B36E-70B9-CB11969EF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8096" y="2517554"/>
              <a:ext cx="437999" cy="96106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A58A066-B0A6-480C-ECDC-70C9E5CFB69F}"/>
                </a:ext>
              </a:extLst>
            </p:cNvPr>
            <p:cNvSpPr txBox="1"/>
            <p:nvPr/>
          </p:nvSpPr>
          <p:spPr>
            <a:xfrm>
              <a:off x="3539256" y="3976232"/>
              <a:ext cx="1049174" cy="83099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Trail-running shoes (not pictured)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6106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9A16C-D5A6-B9EB-816F-51C4969F2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91DDE2D-EDBF-C145-6564-9B815A62A803}"/>
              </a:ext>
            </a:extLst>
          </p:cNvPr>
          <p:cNvGrpSpPr/>
          <p:nvPr/>
        </p:nvGrpSpPr>
        <p:grpSpPr>
          <a:xfrm>
            <a:off x="3506717" y="0"/>
            <a:ext cx="4733043" cy="6276180"/>
            <a:chOff x="3506717" y="0"/>
            <a:chExt cx="4733043" cy="627618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77AD4F0-0FE9-2DB9-E1D5-A7357AFCA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484" b="8484"/>
            <a:stretch>
              <a:fillRect/>
            </a:stretch>
          </p:blipFill>
          <p:spPr>
            <a:xfrm>
              <a:off x="3514164" y="0"/>
              <a:ext cx="4725596" cy="627618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367408-3CAF-21F2-4645-31B513C223D8}"/>
                </a:ext>
              </a:extLst>
            </p:cNvPr>
            <p:cNvSpPr txBox="1"/>
            <p:nvPr/>
          </p:nvSpPr>
          <p:spPr>
            <a:xfrm>
              <a:off x="3657601" y="566635"/>
              <a:ext cx="1018876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迪卡侬</a:t>
              </a:r>
              <a:r>
                <a:rPr lang="en-US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0</a:t>
              </a:r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度羽绒服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7A59189-4226-8F34-4CE2-FD54DEA33344}"/>
                </a:ext>
              </a:extLst>
            </p:cNvPr>
            <p:cNvSpPr txBox="1"/>
            <p:nvPr/>
          </p:nvSpPr>
          <p:spPr>
            <a:xfrm>
              <a:off x="4839964" y="59162"/>
              <a:ext cx="1214981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轻薄中层抓绒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952F3E-B6CC-6225-C883-939E1E5EA555}"/>
                </a:ext>
              </a:extLst>
            </p:cNvPr>
            <p:cNvSpPr txBox="1"/>
            <p:nvPr/>
          </p:nvSpPr>
          <p:spPr>
            <a:xfrm>
              <a:off x="5617752" y="809077"/>
              <a:ext cx="839542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美利奴羊毛水巾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9FA230-A226-F901-3E51-D4E7189B7805}"/>
                </a:ext>
              </a:extLst>
            </p:cNvPr>
            <p:cNvSpPr txBox="1"/>
            <p:nvPr/>
          </p:nvSpPr>
          <p:spPr>
            <a:xfrm>
              <a:off x="6428342" y="148093"/>
              <a:ext cx="629606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书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15EB72-B1F5-0B2A-4839-5DB3546ABBCB}"/>
                </a:ext>
              </a:extLst>
            </p:cNvPr>
            <p:cNvSpPr txBox="1"/>
            <p:nvPr/>
          </p:nvSpPr>
          <p:spPr>
            <a:xfrm>
              <a:off x="7323096" y="813779"/>
              <a:ext cx="681028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电动剃须刀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83F1DB2-610E-831C-DC92-0B462EE299E8}"/>
                </a:ext>
              </a:extLst>
            </p:cNvPr>
            <p:cNvSpPr txBox="1"/>
            <p:nvPr/>
          </p:nvSpPr>
          <p:spPr>
            <a:xfrm>
              <a:off x="7375480" y="1368905"/>
              <a:ext cx="835152" cy="6463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自行车维修工具</a:t>
              </a:r>
              <a:r>
                <a:rPr lang="en-US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/</a:t>
              </a:r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备件包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30C787B-D3C0-0D3F-FCA4-DB1F25FD55F1}"/>
                </a:ext>
              </a:extLst>
            </p:cNvPr>
            <p:cNvSpPr txBox="1"/>
            <p:nvPr/>
          </p:nvSpPr>
          <p:spPr>
            <a:xfrm>
              <a:off x="7219264" y="186663"/>
              <a:ext cx="835152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一块肥皂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D72D1C-20CE-50E7-4E15-9478B53DE85C}"/>
                </a:ext>
              </a:extLst>
            </p:cNvPr>
            <p:cNvSpPr txBox="1"/>
            <p:nvPr/>
          </p:nvSpPr>
          <p:spPr>
            <a:xfrm>
              <a:off x="7026095" y="2286721"/>
              <a:ext cx="1116998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用于装干净衣物的压缩袋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B964A1F-8944-A028-9E7C-F5D18F60F32D}"/>
                </a:ext>
              </a:extLst>
            </p:cNvPr>
            <p:cNvSpPr txBox="1"/>
            <p:nvPr/>
          </p:nvSpPr>
          <p:spPr>
            <a:xfrm>
              <a:off x="3520406" y="1313182"/>
              <a:ext cx="958405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Rab cinder </a:t>
              </a:r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防水夹克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CF0135C-8ED1-407E-14D3-AB9845C32C7B}"/>
                </a:ext>
              </a:extLst>
            </p:cNvPr>
            <p:cNvSpPr txBox="1"/>
            <p:nvPr/>
          </p:nvSpPr>
          <p:spPr>
            <a:xfrm>
              <a:off x="3514164" y="2145737"/>
              <a:ext cx="1214981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压缩袋（羽绒服）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F9D9953-221A-3E6B-A812-7D2212AF628B}"/>
                </a:ext>
              </a:extLst>
            </p:cNvPr>
            <p:cNvSpPr txBox="1"/>
            <p:nvPr/>
          </p:nvSpPr>
          <p:spPr>
            <a:xfrm>
              <a:off x="3514164" y="2846318"/>
              <a:ext cx="958405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山地自行车裤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4828671-9680-EEB9-32F2-FBCACFDA1DAD}"/>
                </a:ext>
              </a:extLst>
            </p:cNvPr>
            <p:cNvSpPr txBox="1"/>
            <p:nvPr/>
          </p:nvSpPr>
          <p:spPr>
            <a:xfrm>
              <a:off x="3559548" y="3583353"/>
              <a:ext cx="1049174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休息日</a:t>
              </a:r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T</a:t>
              </a:r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恤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C2E236F-018D-EBCF-6AF0-612EDC157176}"/>
                </a:ext>
              </a:extLst>
            </p:cNvPr>
            <p:cNvSpPr txBox="1"/>
            <p:nvPr/>
          </p:nvSpPr>
          <p:spPr>
            <a:xfrm>
              <a:off x="3506717" y="5069428"/>
              <a:ext cx="1049174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休息日短裤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D40BE72-239E-700C-EB21-F06ACC58C11D}"/>
                </a:ext>
              </a:extLst>
            </p:cNvPr>
            <p:cNvSpPr txBox="1"/>
            <p:nvPr/>
          </p:nvSpPr>
          <p:spPr>
            <a:xfrm>
              <a:off x="3817793" y="5608626"/>
              <a:ext cx="1193510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休息日内衣 </a:t>
              </a:r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x2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44B09CF-9126-2D40-9FFE-86EA5A1EACEE}"/>
                </a:ext>
              </a:extLst>
            </p:cNvPr>
            <p:cNvSpPr txBox="1"/>
            <p:nvPr/>
          </p:nvSpPr>
          <p:spPr>
            <a:xfrm>
              <a:off x="5396924" y="5666008"/>
              <a:ext cx="1078501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运动短裤 </a:t>
              </a:r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x2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99B4A68-E7C2-FBA7-A5E5-A2DF5708AC5D}"/>
                </a:ext>
              </a:extLst>
            </p:cNvPr>
            <p:cNvSpPr txBox="1"/>
            <p:nvPr/>
          </p:nvSpPr>
          <p:spPr>
            <a:xfrm>
              <a:off x="7287503" y="5079110"/>
              <a:ext cx="752213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腰包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F024A51-4BA1-67BD-ECEB-64AFAFD537CA}"/>
                </a:ext>
              </a:extLst>
            </p:cNvPr>
            <p:cNvSpPr txBox="1"/>
            <p:nvPr/>
          </p:nvSpPr>
          <p:spPr>
            <a:xfrm>
              <a:off x="7375480" y="5516292"/>
              <a:ext cx="705706" cy="6463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Darn Tough </a:t>
              </a:r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袜子</a:t>
              </a:r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 x3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5FA82D4-CE6D-5038-3BE8-2264FB4362FF}"/>
                </a:ext>
              </a:extLst>
            </p:cNvPr>
            <p:cNvCxnSpPr>
              <a:cxnSpLocks/>
              <a:stCxn id="4" idx="1"/>
            </p:cNvCxnSpPr>
            <p:nvPr/>
          </p:nvCxnSpPr>
          <p:spPr>
            <a:xfrm flipH="1" flipV="1">
              <a:off x="6003214" y="4459166"/>
              <a:ext cx="1372266" cy="1380292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DB8B38-70B2-8321-06CA-17620FC8AC98}"/>
                </a:ext>
              </a:extLst>
            </p:cNvPr>
            <p:cNvSpPr txBox="1"/>
            <p:nvPr/>
          </p:nvSpPr>
          <p:spPr>
            <a:xfrm>
              <a:off x="7233022" y="4068566"/>
              <a:ext cx="905637" cy="6463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带衬垫的骑行短裤</a:t>
              </a:r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x2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8F382F-CF41-35E2-D9FC-160BB90F2609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 flipV="1">
              <a:off x="6208961" y="3500325"/>
              <a:ext cx="1024061" cy="891407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D9174F2-AD55-8ADC-7BDE-F00490DFED1E}"/>
                </a:ext>
              </a:extLst>
            </p:cNvPr>
            <p:cNvSpPr txBox="1"/>
            <p:nvPr/>
          </p:nvSpPr>
          <p:spPr>
            <a:xfrm>
              <a:off x="7385073" y="3352520"/>
              <a:ext cx="835153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运动</a:t>
              </a:r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T</a:t>
              </a:r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恤</a:t>
              </a:r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x2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C2C8DD8-6453-C3E9-4CF0-F6A823F8E247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 flipH="1">
              <a:off x="6588096" y="425092"/>
              <a:ext cx="155049" cy="845650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5A10FF-22C8-9C3F-4ECB-C040FDD85E08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 flipV="1">
              <a:off x="6519842" y="463662"/>
              <a:ext cx="1116998" cy="1570878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181A657-061B-662E-D503-8AF115DBB438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 flipV="1">
              <a:off x="7180699" y="1692071"/>
              <a:ext cx="194781" cy="453666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E92E6BA-7C9D-1623-8664-F84793747C88}"/>
                </a:ext>
              </a:extLst>
            </p:cNvPr>
            <p:cNvCxnSpPr>
              <a:cxnSpLocks/>
              <a:endCxn id="35" idx="3"/>
            </p:cNvCxnSpPr>
            <p:nvPr/>
          </p:nvCxnSpPr>
          <p:spPr>
            <a:xfrm flipH="1" flipV="1">
              <a:off x="4478811" y="1544015"/>
              <a:ext cx="1175229" cy="867094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0287AFE-8478-4888-FC10-BEBABF0D53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6174" y="1275444"/>
              <a:ext cx="118771" cy="490854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3EE32FB-3C65-362A-8198-E8898BFF856E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 flipV="1">
              <a:off x="5294980" y="336161"/>
              <a:ext cx="152475" cy="1108036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AC005F9-3117-B818-F5B2-5C2EAA7FCF75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 flipV="1">
              <a:off x="6588096" y="2517554"/>
              <a:ext cx="437999" cy="96106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3BDE346-2B4C-E6C1-C3B7-F650FD2CF1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0496" y="2669954"/>
              <a:ext cx="437999" cy="96106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5EFFE30-1E98-9834-DDC7-947BB0230B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896" y="2822354"/>
              <a:ext cx="437999" cy="96106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6412F2-3959-AB9A-CB36-BB10933A8E40}"/>
                </a:ext>
              </a:extLst>
            </p:cNvPr>
            <p:cNvSpPr txBox="1"/>
            <p:nvPr/>
          </p:nvSpPr>
          <p:spPr>
            <a:xfrm>
              <a:off x="3539256" y="3976232"/>
              <a:ext cx="1049174" cy="64633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越野跑鞋（图中未显示）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785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D1049-033A-5648-1C2E-47C8C13AD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9F0DFC8-A057-2758-F2E9-47DA61788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84" b="8484"/>
          <a:stretch>
            <a:fillRect/>
          </a:stretch>
        </p:blipFill>
        <p:spPr>
          <a:xfrm>
            <a:off x="3514164" y="0"/>
            <a:ext cx="4725596" cy="627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84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25D07-A1C4-ADD3-70ED-1972BC6C5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9923EBD2-7952-2E41-FB8B-09E18DDDBCEC}"/>
              </a:ext>
            </a:extLst>
          </p:cNvPr>
          <p:cNvGrpSpPr/>
          <p:nvPr/>
        </p:nvGrpSpPr>
        <p:grpSpPr>
          <a:xfrm>
            <a:off x="1525489" y="0"/>
            <a:ext cx="9141021" cy="6858000"/>
            <a:chOff x="1525489" y="0"/>
            <a:chExt cx="9141021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6D2ECE8-D416-FFA6-6794-4E370A2C6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489" y="0"/>
              <a:ext cx="9141021" cy="6858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901E6C-8FF6-1DA5-E676-ABC74B248593}"/>
                </a:ext>
              </a:extLst>
            </p:cNvPr>
            <p:cNvSpPr txBox="1"/>
            <p:nvPr/>
          </p:nvSpPr>
          <p:spPr>
            <a:xfrm>
              <a:off x="3044070" y="212661"/>
              <a:ext cx="1193510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Trangia cooking set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EE2DE2-8C37-DC9D-642D-656099DA70FE}"/>
                </a:ext>
              </a:extLst>
            </p:cNvPr>
            <p:cNvSpPr txBox="1"/>
            <p:nvPr/>
          </p:nvSpPr>
          <p:spPr>
            <a:xfrm>
              <a:off x="4311837" y="5911752"/>
              <a:ext cx="1193510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Alcohol stove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B9CE937-F3EC-B868-E1A3-45E79B1D0E36}"/>
                </a:ext>
              </a:extLst>
            </p:cNvPr>
            <p:cNvSpPr txBox="1"/>
            <p:nvPr/>
          </p:nvSpPr>
          <p:spPr>
            <a:xfrm>
              <a:off x="6520317" y="567703"/>
              <a:ext cx="931728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Bathroom/sleep stuff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AAF235D-24C7-B740-FB33-762C37CE8B5E}"/>
                </a:ext>
              </a:extLst>
            </p:cNvPr>
            <p:cNvSpPr txBox="1"/>
            <p:nvPr/>
          </p:nvSpPr>
          <p:spPr>
            <a:xfrm>
              <a:off x="9114467" y="5819418"/>
              <a:ext cx="931728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bg1">
                      <a:lumMod val="95000"/>
                    </a:schemeClr>
                  </a:solidFill>
                </a:rPr>
                <a:t>Basic medicines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5765AC6-3797-3038-2F7C-DA450473A472}"/>
                </a:ext>
              </a:extLst>
            </p:cNvPr>
            <p:cNvSpPr txBox="1"/>
            <p:nvPr/>
          </p:nvSpPr>
          <p:spPr>
            <a:xfrm>
              <a:off x="9266867" y="4280669"/>
              <a:ext cx="931728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Sleep mask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2072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7D6A4-F55F-BA21-8951-73756EB7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4A3BDE-7B32-C0D7-89F7-903256404C7B}"/>
              </a:ext>
            </a:extLst>
          </p:cNvPr>
          <p:cNvGrpSpPr/>
          <p:nvPr/>
        </p:nvGrpSpPr>
        <p:grpSpPr>
          <a:xfrm>
            <a:off x="1525489" y="0"/>
            <a:ext cx="9141021" cy="6858000"/>
            <a:chOff x="1525489" y="0"/>
            <a:chExt cx="9141021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5E40448-AEB1-413C-0734-DAA5EB54D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489" y="0"/>
              <a:ext cx="9141021" cy="6858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363E868-48B6-231B-DC1F-5304A36FE673}"/>
                </a:ext>
              </a:extLst>
            </p:cNvPr>
            <p:cNvSpPr txBox="1"/>
            <p:nvPr/>
          </p:nvSpPr>
          <p:spPr>
            <a:xfrm>
              <a:off x="3044070" y="212661"/>
              <a:ext cx="1193510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Trangia </a:t>
              </a:r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炊具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FF7BAF-EBD0-28DF-BB49-9F12109F9BB7}"/>
                </a:ext>
              </a:extLst>
            </p:cNvPr>
            <p:cNvSpPr txBox="1"/>
            <p:nvPr/>
          </p:nvSpPr>
          <p:spPr>
            <a:xfrm>
              <a:off x="4311837" y="5911752"/>
              <a:ext cx="1193510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酒精炉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77D2924-BBB4-D0A5-D861-9ABCA60DEBED}"/>
                </a:ext>
              </a:extLst>
            </p:cNvPr>
            <p:cNvSpPr txBox="1"/>
            <p:nvPr/>
          </p:nvSpPr>
          <p:spPr>
            <a:xfrm>
              <a:off x="6520317" y="567703"/>
              <a:ext cx="931728" cy="46166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浴室</a:t>
              </a:r>
              <a:r>
                <a:rPr lang="en-US" altLang="zh-CN" sz="1200" b="1" dirty="0">
                  <a:solidFill>
                    <a:schemeClr val="bg1">
                      <a:lumMod val="95000"/>
                    </a:schemeClr>
                  </a:solidFill>
                </a:rPr>
                <a:t>/</a:t>
              </a:r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睡眠用品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4CBFAE5-42FF-9EF3-CD7E-B5003ECB8913}"/>
                </a:ext>
              </a:extLst>
            </p:cNvPr>
            <p:cNvSpPr txBox="1"/>
            <p:nvPr/>
          </p:nvSpPr>
          <p:spPr>
            <a:xfrm>
              <a:off x="9114467" y="5819418"/>
              <a:ext cx="93172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基本药物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82FBFE9-0445-6EF8-A32E-9E48E808B721}"/>
                </a:ext>
              </a:extLst>
            </p:cNvPr>
            <p:cNvSpPr txBox="1"/>
            <p:nvPr/>
          </p:nvSpPr>
          <p:spPr>
            <a:xfrm>
              <a:off x="9266867" y="4280669"/>
              <a:ext cx="931728" cy="27699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>
                      <a:lumMod val="95000"/>
                    </a:schemeClr>
                  </a:solidFill>
                </a:rPr>
                <a:t>睡眠面膜</a:t>
              </a:r>
              <a:endParaRPr lang="en-GB" sz="12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7787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0CC23-D8DA-49F3-96F8-869871EC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43714B-38EC-A09C-CF91-20FCAD39A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489" y="0"/>
            <a:ext cx="91410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753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ABC9-781F-431A-2CA9-51CDE66A7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54AA1E-E391-AC11-1ABB-ECF20D550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2" t="3232" r="3232" b="3232"/>
          <a:stretch>
            <a:fillRect/>
          </a:stretch>
        </p:blipFill>
        <p:spPr>
          <a:xfrm>
            <a:off x="3681045" y="221639"/>
            <a:ext cx="4829910" cy="64147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899A0D-7BE7-4CB3-A5EC-0A0E552E8969}"/>
              </a:ext>
            </a:extLst>
          </p:cNvPr>
          <p:cNvSpPr txBox="1"/>
          <p:nvPr/>
        </p:nvSpPr>
        <p:spPr>
          <a:xfrm>
            <a:off x="5163702" y="525021"/>
            <a:ext cx="1193510" cy="4616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altLang="zh-CN" sz="1200" b="1" dirty="0">
                <a:solidFill>
                  <a:schemeClr val="bg1">
                    <a:lumMod val="95000"/>
                  </a:schemeClr>
                </a:solidFill>
              </a:rPr>
              <a:t>MSR Hubba NX tent</a:t>
            </a:r>
            <a:endParaRPr lang="en-GB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59487C-AD7C-CC92-7EA6-ABF3F753BB2F}"/>
              </a:ext>
            </a:extLst>
          </p:cNvPr>
          <p:cNvSpPr txBox="1"/>
          <p:nvPr/>
        </p:nvSpPr>
        <p:spPr>
          <a:xfrm>
            <a:off x="3755280" y="525021"/>
            <a:ext cx="1193510" cy="8309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altLang="zh-CN" sz="1200" b="1" dirty="0">
                <a:solidFill>
                  <a:schemeClr val="bg1">
                    <a:lumMod val="95000"/>
                  </a:schemeClr>
                </a:solidFill>
              </a:rPr>
              <a:t>Sea-to-summit ether light </a:t>
            </a:r>
            <a:r>
              <a:rPr lang="en-GB" altLang="zh-CN" sz="1200" b="1" dirty="0" err="1">
                <a:solidFill>
                  <a:schemeClr val="bg1">
                    <a:lumMod val="95000"/>
                  </a:schemeClr>
                </a:solidFill>
              </a:rPr>
              <a:t>xt</a:t>
            </a:r>
            <a:r>
              <a:rPr lang="en-GB" altLang="zh-CN" sz="1200" b="1" dirty="0">
                <a:solidFill>
                  <a:schemeClr val="bg1">
                    <a:lumMod val="95000"/>
                  </a:schemeClr>
                </a:solidFill>
              </a:rPr>
              <a:t> sleeping mat</a:t>
            </a:r>
            <a:endParaRPr lang="en-GB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161264-F669-16FA-5167-3A2C64430206}"/>
              </a:ext>
            </a:extLst>
          </p:cNvPr>
          <p:cNvSpPr txBox="1"/>
          <p:nvPr/>
        </p:nvSpPr>
        <p:spPr>
          <a:xfrm>
            <a:off x="7183443" y="5550872"/>
            <a:ext cx="1193510" cy="4616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bg1">
                    <a:lumMod val="95000"/>
                  </a:schemeClr>
                </a:solidFill>
              </a:rPr>
              <a:t>0C sleeping bag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4913F6-29A5-67C6-42B8-0ACEB237EB5C}"/>
              </a:ext>
            </a:extLst>
          </p:cNvPr>
          <p:cNvSpPr txBox="1"/>
          <p:nvPr/>
        </p:nvSpPr>
        <p:spPr>
          <a:xfrm>
            <a:off x="4835489" y="5781704"/>
            <a:ext cx="1193510" cy="6463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altLang="zh-CN" sz="1200" b="1" dirty="0">
                <a:solidFill>
                  <a:schemeClr val="bg1">
                    <a:lumMod val="95000"/>
                  </a:schemeClr>
                </a:solidFill>
              </a:rPr>
              <a:t>Waterproof </a:t>
            </a:r>
            <a:r>
              <a:rPr lang="en-GB" altLang="zh-CN" sz="1200" b="1" dirty="0" err="1">
                <a:solidFill>
                  <a:schemeClr val="bg1">
                    <a:lumMod val="95000"/>
                  </a:schemeClr>
                </a:solidFill>
              </a:rPr>
              <a:t>drysack</a:t>
            </a:r>
            <a:r>
              <a:rPr lang="en-GB" altLang="zh-CN" sz="1200" b="1" dirty="0">
                <a:solidFill>
                  <a:schemeClr val="bg1">
                    <a:lumMod val="95000"/>
                  </a:schemeClr>
                </a:solidFill>
              </a:rPr>
              <a:t> backpack</a:t>
            </a:r>
            <a:endParaRPr lang="en-GB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527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11F9F-E4C4-B5FE-1114-BEE9BBC06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A4E98F-BFFF-1E7B-EE60-34D47C44E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2" t="3232" r="3232" b="3232"/>
          <a:stretch>
            <a:fillRect/>
          </a:stretch>
        </p:blipFill>
        <p:spPr>
          <a:xfrm>
            <a:off x="3681045" y="221639"/>
            <a:ext cx="4829910" cy="64147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DD15B6-D699-0E9E-B47A-16EC33D7EF7A}"/>
              </a:ext>
            </a:extLst>
          </p:cNvPr>
          <p:cNvSpPr txBox="1"/>
          <p:nvPr/>
        </p:nvSpPr>
        <p:spPr>
          <a:xfrm>
            <a:off x="5163702" y="525021"/>
            <a:ext cx="1193510" cy="4616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altLang="zh-CN" sz="1200" b="1" dirty="0">
                <a:solidFill>
                  <a:schemeClr val="bg1">
                    <a:lumMod val="95000"/>
                  </a:schemeClr>
                </a:solidFill>
              </a:rPr>
              <a:t>MSR Hubba NX 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</a:rPr>
              <a:t>帐篷</a:t>
            </a:r>
            <a:endParaRPr lang="en-GB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A3EA08-DC05-CDEA-2361-5B60194CA931}"/>
              </a:ext>
            </a:extLst>
          </p:cNvPr>
          <p:cNvSpPr txBox="1"/>
          <p:nvPr/>
        </p:nvSpPr>
        <p:spPr>
          <a:xfrm>
            <a:off x="3755280" y="525021"/>
            <a:ext cx="1193510" cy="6463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altLang="zh-CN" sz="1200" b="1" dirty="0">
                <a:solidFill>
                  <a:schemeClr val="bg1">
                    <a:lumMod val="95000"/>
                  </a:schemeClr>
                </a:solidFill>
              </a:rPr>
              <a:t>Sea-to-summit ether light </a:t>
            </a:r>
            <a:r>
              <a:rPr lang="en-GB" altLang="zh-CN" sz="1200" b="1" dirty="0" err="1">
                <a:solidFill>
                  <a:schemeClr val="bg1">
                    <a:lumMod val="95000"/>
                  </a:schemeClr>
                </a:solidFill>
              </a:rPr>
              <a:t>xt</a:t>
            </a:r>
            <a:r>
              <a:rPr lang="en-GB" altLang="zh-CN" sz="1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</a:rPr>
              <a:t>睡垫</a:t>
            </a:r>
            <a:endParaRPr lang="en-GB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74C782-D12B-E41F-6876-B0D1698FA547}"/>
              </a:ext>
            </a:extLst>
          </p:cNvPr>
          <p:cNvSpPr txBox="1"/>
          <p:nvPr/>
        </p:nvSpPr>
        <p:spPr>
          <a:xfrm>
            <a:off x="7183443" y="5550872"/>
            <a:ext cx="1193510" cy="27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>
                <a:solidFill>
                  <a:schemeClr val="bg1">
                    <a:lumMod val="95000"/>
                  </a:schemeClr>
                </a:solidFill>
              </a:rPr>
              <a:t>0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</a:rPr>
              <a:t>度睡袋</a:t>
            </a:r>
            <a:endParaRPr lang="en-GB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769BFC-0A49-4118-0AF9-91E2C1236144}"/>
              </a:ext>
            </a:extLst>
          </p:cNvPr>
          <p:cNvSpPr txBox="1"/>
          <p:nvPr/>
        </p:nvSpPr>
        <p:spPr>
          <a:xfrm>
            <a:off x="4835489" y="5781704"/>
            <a:ext cx="1193510" cy="27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</a:rPr>
              <a:t>防水干袋背包</a:t>
            </a:r>
            <a:endParaRPr lang="en-GB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996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362</Words>
  <Application>Microsoft Office PowerPoint</Application>
  <PresentationFormat>Widescreen</PresentationFormat>
  <Paragraphs>134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Silver</dc:creator>
  <cp:lastModifiedBy>Ben Silver</cp:lastModifiedBy>
  <cp:revision>4</cp:revision>
  <dcterms:created xsi:type="dcterms:W3CDTF">2026-02-23T16:49:06Z</dcterms:created>
  <dcterms:modified xsi:type="dcterms:W3CDTF">2026-02-24T18:34:51Z</dcterms:modified>
</cp:coreProperties>
</file>